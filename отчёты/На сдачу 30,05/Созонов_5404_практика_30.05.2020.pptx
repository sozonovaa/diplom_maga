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Разработка и исследование системы управления с использованием векторной ШИМ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8153400" cy="1752600"/>
          </a:xfrm>
        </p:spPr>
        <p:txBody>
          <a:bodyPr/>
          <a:lstStyle/>
          <a:p>
            <a:pPr algn="r"/>
            <a:r>
              <a:rPr lang="ru-RU" dirty="0" smtClean="0"/>
              <a:t>Выполнил: студент гр.5404 Созонов А.А.</a:t>
            </a:r>
          </a:p>
          <a:p>
            <a:pPr algn="r"/>
            <a:r>
              <a:rPr lang="ru-RU" dirty="0" smtClean="0"/>
              <a:t>Руководитель: д.т.н., доцент  Белов М.П.</a:t>
            </a:r>
          </a:p>
          <a:p>
            <a:pPr algn="l"/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Сравнение значений действующих линейных напряжений на трехфазной симметричной нагрузке</a:t>
            </a:r>
            <a:endParaRPr lang="ru-RU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2286000"/>
            <a:ext cx="7848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38200" y="1981200"/>
            <a:ext cx="2472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Синусоидальная ШИМ: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9906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85800" y="533400"/>
            <a:ext cx="1866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Векторная ШИМ: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5410200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Как видно, при использовании метода векторной ШИМ наблюдается увеличение напряжения примерно на 10-15%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Сравнение динамических характеристик на ХХ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Синусоидальная ШИМ: 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09800"/>
            <a:ext cx="8382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Векторная ШИМ: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066800"/>
            <a:ext cx="8305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33400" y="5867400"/>
            <a:ext cx="836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данных опытах используется метод скалярного управления без обратных связей.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Сравнение динамических характеристик на </a:t>
            </a:r>
            <a:r>
              <a:rPr lang="ru-RU" dirty="0" smtClean="0"/>
              <a:t>номинальной скорости вращения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Синусоидальная ШИМ: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057400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Векторная ШИМ: 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400"/>
            <a:ext cx="8153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09600" y="6019800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Стоит отметить, что при использовании метода векторной ШИМ, на номинальной скорости не наблюдается «качение» значения скорости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Сравнение работы ключей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Момент разгона двигателя(верхний график– синусоидальная ШИМ</a:t>
            </a:r>
            <a:r>
              <a:rPr lang="en-US" dirty="0" smtClean="0"/>
              <a:t>,</a:t>
            </a:r>
            <a:r>
              <a:rPr lang="ru-RU" dirty="0" smtClean="0"/>
              <a:t> нижний- векторная): 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667000"/>
            <a:ext cx="8153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Работа ключей на номинальной скорости двигателя(верхний </a:t>
            </a:r>
            <a:r>
              <a:rPr lang="ru-RU" dirty="0" smtClean="0"/>
              <a:t>график– синусоидальная ШИМ</a:t>
            </a:r>
            <a:r>
              <a:rPr lang="en-US" dirty="0" smtClean="0"/>
              <a:t>,</a:t>
            </a:r>
            <a:r>
              <a:rPr lang="ru-RU" dirty="0" smtClean="0"/>
              <a:t> нижний- векторная):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752600"/>
            <a:ext cx="8153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При использовании векторного метода ШИМ, наблюдается повышение эффективности работы инвертора на 10-15%</a:t>
            </a:r>
          </a:p>
          <a:p>
            <a:r>
              <a:rPr lang="ru-RU" dirty="0" smtClean="0"/>
              <a:t>Графики скорости при использовании метода векторной ШИМ, носят удовлетворительный характер</a:t>
            </a:r>
          </a:p>
          <a:p>
            <a:r>
              <a:rPr lang="ru-RU" dirty="0" smtClean="0"/>
              <a:t>При векторной ШИМ наблюдается существенное уменьшение количества переключений полупроводниковых ключей, а следовательно уменьшение потерь на нагрев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181</Words>
  <PresentationFormat>Экран (4:3)</PresentationFormat>
  <Paragraphs>23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Office Theme</vt:lpstr>
      <vt:lpstr>Разработка и исследование системы управления с использованием векторной ШИМ</vt:lpstr>
      <vt:lpstr>Сравнение значений действующих линейных напряжений на трехфазной симметричной нагрузке</vt:lpstr>
      <vt:lpstr>Слайд 3</vt:lpstr>
      <vt:lpstr>Сравнение динамических характеристик на ХХ</vt:lpstr>
      <vt:lpstr>Слайд 5</vt:lpstr>
      <vt:lpstr>Сравнение динамических характеристик на номинальной скорости вращения</vt:lpstr>
      <vt:lpstr>Слайд 7</vt:lpstr>
      <vt:lpstr>Сравнение работы ключей</vt:lpstr>
      <vt:lpstr>Слайд 9</vt:lpstr>
      <vt:lpstr>Выводы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 исследование системы управления с использованием векторной ШИМ</dc:title>
  <dc:creator>Андрей</dc:creator>
  <cp:lastModifiedBy>Андрей</cp:lastModifiedBy>
  <cp:revision>4</cp:revision>
  <dcterms:created xsi:type="dcterms:W3CDTF">2019-12-25T16:56:08Z</dcterms:created>
  <dcterms:modified xsi:type="dcterms:W3CDTF">2020-05-31T09:02:22Z</dcterms:modified>
</cp:coreProperties>
</file>