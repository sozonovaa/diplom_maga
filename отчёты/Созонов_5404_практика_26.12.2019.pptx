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102" y="-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12/25/2019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12/25/2019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12/25/2019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add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12/25/2019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latinLnBrk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latinLnBrk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latinLnBrk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latinLnBrk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latinLnBrk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latinLnBrk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Разработка и исследование системы управления с использованием векторной ШИМ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09600" y="3886200"/>
            <a:ext cx="8153400" cy="1752600"/>
          </a:xfrm>
        </p:spPr>
        <p:txBody>
          <a:bodyPr/>
          <a:lstStyle/>
          <a:p>
            <a:pPr algn="r"/>
            <a:r>
              <a:rPr lang="ru-RU" dirty="0" smtClean="0"/>
              <a:t>Выполнил: студент гр.5404 Созонов А.А.</a:t>
            </a:r>
          </a:p>
          <a:p>
            <a:pPr algn="r"/>
            <a:r>
              <a:rPr lang="ru-RU" dirty="0" smtClean="0"/>
              <a:t>Руководитель: </a:t>
            </a:r>
            <a:r>
              <a:rPr lang="ru-RU" dirty="0" smtClean="0"/>
              <a:t>д.т.н., доцент </a:t>
            </a:r>
            <a:r>
              <a:rPr lang="ru-RU" dirty="0" smtClean="0"/>
              <a:t> Белов М.П.</a:t>
            </a:r>
          </a:p>
          <a:p>
            <a:pPr algn="l"/>
            <a:r>
              <a:rPr lang="ru-RU" dirty="0" smtClean="0"/>
              <a:t> 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Принцип работы ШИМ</a:t>
            </a:r>
            <a:endParaRPr lang="ru-RU" dirty="0"/>
          </a:p>
        </p:txBody>
      </p:sp>
      <p:pic>
        <p:nvPicPr>
          <p:cNvPr id="5" name="Содержимое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0800" y="1219200"/>
            <a:ext cx="41148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Синусоидальная ШИМ</a:t>
            </a:r>
            <a:endParaRPr lang="ru-RU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1143000"/>
            <a:ext cx="7086600" cy="3886200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1447800" y="4953000"/>
            <a:ext cx="6781800" cy="7575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638800"/>
            <a:ext cx="792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При </a:t>
            </a:r>
            <a:r>
              <a:rPr lang="ru-RU" dirty="0" smtClean="0"/>
              <a:t>преобразовании, происходит недоиспользование напряжения звена постоянного тока, примерно на 14%.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Векторная ШИМ</a:t>
            </a:r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37796"/>
          <a:stretch>
            <a:fillRect/>
          </a:stretch>
        </p:blipFill>
        <p:spPr bwMode="auto">
          <a:xfrm>
            <a:off x="3581400" y="1600200"/>
            <a:ext cx="514165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2209800"/>
            <a:ext cx="2828925" cy="2529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Логика работы Векторной ШИМ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200" dirty="0" smtClean="0"/>
              <a:t>Сектор: 0 … 60º используемые вектора: 	V1, V2, V7, V8</a:t>
            </a:r>
          </a:p>
          <a:p>
            <a:r>
              <a:rPr lang="ru-RU" sz="2200" dirty="0" smtClean="0"/>
              <a:t>Сектор: 60 … 120º используемые вектора:	V2, V3, V7, V8</a:t>
            </a:r>
          </a:p>
          <a:p>
            <a:r>
              <a:rPr lang="ru-RU" sz="2200" dirty="0" smtClean="0"/>
              <a:t>Сектор: 120 … 180º используемые вектора: </a:t>
            </a:r>
            <a:r>
              <a:rPr lang="ru-RU" sz="2200" dirty="0" smtClean="0"/>
              <a:t>V3</a:t>
            </a:r>
            <a:r>
              <a:rPr lang="ru-RU" sz="2200" dirty="0" smtClean="0"/>
              <a:t>, V4, V7, V8</a:t>
            </a:r>
          </a:p>
          <a:p>
            <a:r>
              <a:rPr lang="ru-RU" sz="2200" dirty="0" smtClean="0"/>
              <a:t>Сектор: 180 … 240º используемые вектора: </a:t>
            </a:r>
            <a:r>
              <a:rPr lang="ru-RU" sz="2200" dirty="0" smtClean="0"/>
              <a:t>V4</a:t>
            </a:r>
            <a:r>
              <a:rPr lang="ru-RU" sz="2200" dirty="0" smtClean="0"/>
              <a:t>, V5, V7, V8</a:t>
            </a:r>
          </a:p>
          <a:p>
            <a:r>
              <a:rPr lang="ru-RU" sz="2200" dirty="0" smtClean="0"/>
              <a:t>Сектор: 240 … 300º используемые вектора: </a:t>
            </a:r>
            <a:r>
              <a:rPr lang="ru-RU" sz="2200" dirty="0" smtClean="0"/>
              <a:t>V5</a:t>
            </a:r>
            <a:r>
              <a:rPr lang="ru-RU" sz="2200" dirty="0" smtClean="0"/>
              <a:t>, V6, V7, V8</a:t>
            </a:r>
          </a:p>
          <a:p>
            <a:r>
              <a:rPr lang="ru-RU" sz="2200" dirty="0" smtClean="0"/>
              <a:t>Сектор: 300 … 360º используемые вектора: </a:t>
            </a:r>
            <a:r>
              <a:rPr lang="ru-RU" sz="2200" dirty="0" smtClean="0"/>
              <a:t>V6</a:t>
            </a:r>
            <a:r>
              <a:rPr lang="ru-RU" sz="2200" dirty="0" smtClean="0"/>
              <a:t>, V1, V7, V8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Расчет периодов включения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5410200" cy="4525963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Заданный вектор напряжения U</a:t>
            </a:r>
            <a:r>
              <a:rPr lang="en-US" baseline="-25000" dirty="0" smtClean="0"/>
              <a:t>S</a:t>
            </a:r>
            <a:r>
              <a:rPr lang="ru-RU" dirty="0" smtClean="0"/>
              <a:t>в любом из секторов раскладывается на базовые </a:t>
            </a:r>
            <a:r>
              <a:rPr lang="ru-RU" dirty="0" smtClean="0"/>
              <a:t>вектора</a:t>
            </a:r>
          </a:p>
          <a:p>
            <a:r>
              <a:rPr lang="en-US" dirty="0" smtClean="0"/>
              <a:t>T</a:t>
            </a:r>
            <a:r>
              <a:rPr lang="ru-RU" dirty="0" smtClean="0"/>
              <a:t>б1, Тб2, Т0- части периода ШИМ, во время которых, происходит включение первого, второго и нулевого базовых векторов.</a:t>
            </a:r>
            <a:endParaRPr lang="ru-R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0" y="1447799"/>
            <a:ext cx="2879793" cy="2667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76963" y="3886200"/>
            <a:ext cx="2967037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24600" y="5257800"/>
            <a:ext cx="2438400" cy="1362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Алгоритм включения</a:t>
            </a:r>
            <a:endParaRPr lang="ru-RU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1219200"/>
            <a:ext cx="68580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Графики напряжений при векторной ШИМ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" y="1447800"/>
            <a:ext cx="83058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Переменные используемые на графике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U</a:t>
            </a:r>
            <a:r>
              <a:rPr lang="ru-RU" baseline="-25000" dirty="0" smtClean="0"/>
              <a:t>ВХА</a:t>
            </a:r>
            <a:r>
              <a:rPr lang="ru-RU" dirty="0" smtClean="0"/>
              <a:t>, U</a:t>
            </a:r>
            <a:r>
              <a:rPr lang="ru-RU" baseline="-25000" dirty="0" smtClean="0"/>
              <a:t>ВХВ</a:t>
            </a:r>
            <a:r>
              <a:rPr lang="ru-RU" dirty="0" smtClean="0"/>
              <a:t>, U</a:t>
            </a:r>
            <a:r>
              <a:rPr lang="ru-RU" baseline="-25000" dirty="0" smtClean="0"/>
              <a:t>ВХС</a:t>
            </a:r>
            <a:r>
              <a:rPr lang="ru-RU" dirty="0" smtClean="0"/>
              <a:t> – выходные напряжения фаз инвертора относительно 0 звена постоянного тока;</a:t>
            </a:r>
          </a:p>
          <a:p>
            <a:r>
              <a:rPr lang="ru-RU" dirty="0" smtClean="0"/>
              <a:t>U</a:t>
            </a:r>
            <a:r>
              <a:rPr lang="ru-RU" baseline="-25000" dirty="0" smtClean="0"/>
              <a:t>СТ</a:t>
            </a:r>
            <a:r>
              <a:rPr lang="ru-RU" dirty="0" smtClean="0"/>
              <a:t> – напряжение средней точки трехфазной соединенной звездой</a:t>
            </a:r>
          </a:p>
          <a:p>
            <a:r>
              <a:rPr lang="ru-RU" dirty="0" smtClean="0"/>
              <a:t>симметричной нагрузки относительно 0 звена постоянного тока;</a:t>
            </a:r>
          </a:p>
          <a:p>
            <a:r>
              <a:rPr lang="ru-RU" dirty="0" smtClean="0"/>
              <a:t>U</a:t>
            </a:r>
            <a:r>
              <a:rPr lang="ru-RU" baseline="-25000" dirty="0" smtClean="0"/>
              <a:t>ФА</a:t>
            </a:r>
            <a:r>
              <a:rPr lang="ru-RU" dirty="0" smtClean="0"/>
              <a:t>, U</a:t>
            </a:r>
            <a:r>
              <a:rPr lang="ru-RU" baseline="-25000" dirty="0" smtClean="0"/>
              <a:t>ФВ</a:t>
            </a:r>
            <a:r>
              <a:rPr lang="ru-RU" dirty="0" smtClean="0"/>
              <a:t>, U</a:t>
            </a:r>
            <a:r>
              <a:rPr lang="ru-RU" baseline="-25000" dirty="0" smtClean="0"/>
              <a:t>ФС</a:t>
            </a:r>
            <a:r>
              <a:rPr lang="ru-RU" dirty="0" smtClean="0"/>
              <a:t> – фазные напряжения трехфазной соединенной звездой симметричной нагрузки.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155</Words>
  <PresentationFormat>Экран (4:3)</PresentationFormat>
  <Paragraphs>25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Office Theme</vt:lpstr>
      <vt:lpstr>Разработка и исследование системы управления с использованием векторной ШИМ</vt:lpstr>
      <vt:lpstr>Принцип работы ШИМ</vt:lpstr>
      <vt:lpstr>Синусоидальная ШИМ</vt:lpstr>
      <vt:lpstr>Векторная ШИМ</vt:lpstr>
      <vt:lpstr>Логика работы Векторной ШИМ</vt:lpstr>
      <vt:lpstr>Расчет периодов включения</vt:lpstr>
      <vt:lpstr>Алгоритм включения</vt:lpstr>
      <vt:lpstr>Графики напряжений при векторной ШИМ</vt:lpstr>
      <vt:lpstr>Переменные используемые на графике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 исследование системы управления с использованием векторной ШИМ</dc:title>
  <dc:creator>Андрей</dc:creator>
  <cp:lastModifiedBy>Андрей</cp:lastModifiedBy>
  <cp:revision>2</cp:revision>
  <dcterms:created xsi:type="dcterms:W3CDTF">2019-12-25T16:56:08Z</dcterms:created>
  <dcterms:modified xsi:type="dcterms:W3CDTF">2019-12-25T17:11:28Z</dcterms:modified>
</cp:coreProperties>
</file>